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Containers &amp; Container Orchestration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Making Applications Portable, Scalable &amp; Reliable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 to Containers</a:t>
            </a:r>
          </a:p>
          <a:p>
            <a:pPr/>
            <a:r>
              <a:t>Why Containers vs VMs</a:t>
            </a:r>
          </a:p>
          <a:p>
            <a:pPr/>
            <a:r>
              <a:t>Containerization Tools (Docker)</a:t>
            </a:r>
          </a:p>
          <a:p>
            <a:pPr/>
            <a:r>
              <a:t>Hands-on Concepts (Images, Registry, Volumes, Networking)</a:t>
            </a:r>
          </a:p>
          <a:p>
            <a:pPr/>
            <a:r>
              <a:t>Container Orchestration Basics (Kubernetes, Docker Swarm)</a:t>
            </a:r>
          </a:p>
          <a:p>
            <a:pPr/>
            <a:r>
              <a:t>Real-world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Container?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Definition: Lightweight, portable unit of software</a:t>
            </a:r>
          </a:p>
          <a:p>
            <a:pPr/>
            <a:r>
              <a:t>Includes Application + Dependencies + Configuration</a:t>
            </a:r>
          </a:p>
          <a:p>
            <a:pPr/>
            <a:r>
              <a:t>Analogy: Shipping container in logistics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Containers vs Virtual Machines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VM: Full OS per app, heavy</a:t>
            </a:r>
          </a:p>
          <a:p>
            <a:pPr/>
            <a:r>
              <a:t>Container: Shares host OS kernel, lightweight</a:t>
            </a:r>
          </a:p>
          <a:p>
            <a:pPr/>
            <a:r>
              <a:t>Containers start faster and use fewer resources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Containers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Portability (Runs Anywhere)</a:t>
            </a:r>
          </a:p>
          <a:p>
            <a:pPr/>
            <a:r>
              <a:t>Scalability</a:t>
            </a:r>
          </a:p>
          <a:p>
            <a:pPr/>
            <a:r>
              <a:t>Faster Deployment</a:t>
            </a:r>
          </a:p>
          <a:p>
            <a:pPr/>
            <a:r>
              <a:t>Resource Efficiency</a:t>
            </a:r>
          </a:p>
          <a:p>
            <a:pPr/>
            <a:r>
              <a:t>Microservices Friendly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Image: Blueprint of container</a:t>
            </a:r>
          </a:p>
          <a:p>
            <a:pPr/>
            <a:r>
              <a:t>Container: Running instance of image</a:t>
            </a:r>
          </a:p>
          <a:p>
            <a:pPr/>
            <a:r>
              <a:t>Dockerfile: Script to build image</a:t>
            </a:r>
          </a:p>
          <a:p>
            <a:pPr/>
            <a:r>
              <a:t>Registry: Stores images (e.g., Docker Hub)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Orchestration?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Managing 1 container is easy, but what about 100s?</a:t>
            </a:r>
          </a:p>
          <a:p>
            <a:pPr/>
            <a:r>
              <a:t>Challenges: Scaling, Load Balancing, High Availability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Container Orchestration?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management of containerized apps</a:t>
            </a:r>
          </a:p>
          <a:p>
            <a:pPr/>
            <a:r>
              <a:t>Features: Scheduling, Scaling, Networking,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widely used orchestration platform</a:t>
            </a:r>
          </a:p>
          <a:p>
            <a:pPr/>
            <a:r>
              <a:t>Declarative system: Desired State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 Plane: API Server, Scheduler, Controller Manager, ETCD</a:t>
            </a:r>
          </a:p>
          <a:p>
            <a:pPr/>
            <a:r>
              <a:t>Worker Nodes: Kubelet, Kube-proxy, Container Runtime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Pod: Smallest deployable unit</a:t>
            </a:r>
          </a:p>
          <a:p>
            <a:pPr/>
            <a:r>
              <a:t>ReplicaSet: Ensures number of replicas</a:t>
            </a:r>
          </a:p>
          <a:p>
            <a:pPr/>
            <a:r>
              <a:t>Deployment: Declarative updates</a:t>
            </a:r>
          </a:p>
          <a:p>
            <a:pPr/>
            <a:r>
              <a:t>Service: Networking for Pods</a:t>
            </a:r>
          </a:p>
          <a:p>
            <a:pPr/>
            <a:r>
              <a:t>ConfigMap &amp; Secret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Containers = Building Blocks</a:t>
            </a:r>
          </a:p>
          <a:p>
            <a:pPr/>
            <a:r>
              <a:t>Orchestration = Managing Scale &amp; Reliability</a:t>
            </a:r>
          </a:p>
          <a:p>
            <a:pPr/>
            <a:r>
              <a:t>Future: Serverless + Containers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